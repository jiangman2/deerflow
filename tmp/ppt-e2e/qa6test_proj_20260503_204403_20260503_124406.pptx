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test note for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test note for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test note for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test note for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test note for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test note for page 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55370" y="1350645"/>
            <a:ext cx="11310842" cy="1402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PPT Master Test Page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470" y="3007995"/>
            <a:ext cx="1126312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A9C7FF"/>
                </a:solidFill>
                <a:latin typeface="Segoe UI"/>
                <a:ea typeface="Microsoft YaHei"/>
                <a:cs typeface="Segoe UI"/>
              </a:rPr>
              <a:t>Project: qa6test_proj_20260503_204403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090" y="4025265"/>
            <a:ext cx="7698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dirty="0">
                <a:solidFill>
                  <a:srgbClr val="D6E4FF"/>
                </a:solidFill>
                <a:latin typeface="Segoe UI"/>
                <a:ea typeface="Microsoft YaHei"/>
                <a:cs typeface="Segoe UI"/>
              </a:rPr>
              <a:t>Generated in /app/projects path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55370" y="1350645"/>
            <a:ext cx="11562779" cy="1402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PPT Master Test Page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470" y="3007995"/>
            <a:ext cx="1126312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A9C7FF"/>
                </a:solidFill>
                <a:latin typeface="Segoe UI"/>
                <a:ea typeface="Microsoft YaHei"/>
                <a:cs typeface="Segoe UI"/>
              </a:rPr>
              <a:t>Project: qa6test_proj_20260503_204403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090" y="4025265"/>
            <a:ext cx="7698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dirty="0">
                <a:solidFill>
                  <a:srgbClr val="D6E4FF"/>
                </a:solidFill>
                <a:latin typeface="Segoe UI"/>
                <a:ea typeface="Microsoft YaHei"/>
                <a:cs typeface="Segoe UI"/>
              </a:rPr>
              <a:t>Generated in /app/projects path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55370" y="1350645"/>
            <a:ext cx="11562779" cy="1402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PPT Master Test Page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470" y="3007995"/>
            <a:ext cx="1126312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A9C7FF"/>
                </a:solidFill>
                <a:latin typeface="Segoe UI"/>
                <a:ea typeface="Microsoft YaHei"/>
                <a:cs typeface="Segoe UI"/>
              </a:rPr>
              <a:t>Project: qa6test_proj_20260503_204403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090" y="4025265"/>
            <a:ext cx="7698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dirty="0">
                <a:solidFill>
                  <a:srgbClr val="D6E4FF"/>
                </a:solidFill>
                <a:latin typeface="Segoe UI"/>
                <a:ea typeface="Microsoft YaHei"/>
                <a:cs typeface="Segoe UI"/>
              </a:rPr>
              <a:t>Generated in /app/projects path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55370" y="1350645"/>
            <a:ext cx="11562779" cy="1402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PPT Master Test Page 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470" y="3007995"/>
            <a:ext cx="1126312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A9C7FF"/>
                </a:solidFill>
                <a:latin typeface="Segoe UI"/>
                <a:ea typeface="Microsoft YaHei"/>
                <a:cs typeface="Segoe UI"/>
              </a:rPr>
              <a:t>Project: qa6test_proj_20260503_204403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090" y="4025265"/>
            <a:ext cx="7698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dirty="0">
                <a:solidFill>
                  <a:srgbClr val="D6E4FF"/>
                </a:solidFill>
                <a:latin typeface="Segoe UI"/>
                <a:ea typeface="Microsoft YaHei"/>
                <a:cs typeface="Segoe UI"/>
              </a:rPr>
              <a:t>Generated in /app/projects path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55370" y="1350645"/>
            <a:ext cx="11562779" cy="1402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PPT Master Test Page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470" y="3007995"/>
            <a:ext cx="1126312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A9C7FF"/>
                </a:solidFill>
                <a:latin typeface="Segoe UI"/>
                <a:ea typeface="Microsoft YaHei"/>
                <a:cs typeface="Segoe UI"/>
              </a:rPr>
              <a:t>Project: qa6test_proj_20260503_204403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090" y="4025265"/>
            <a:ext cx="7698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dirty="0">
                <a:solidFill>
                  <a:srgbClr val="D6E4FF"/>
                </a:solidFill>
                <a:latin typeface="Segoe UI"/>
                <a:ea typeface="Microsoft YaHei"/>
                <a:cs typeface="Segoe UI"/>
              </a:rPr>
              <a:t>Generated in /app/projects path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55370" y="1350645"/>
            <a:ext cx="11562779" cy="1402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PPT Master Test Page 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470" y="3007995"/>
            <a:ext cx="1126312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A9C7FF"/>
                </a:solidFill>
                <a:latin typeface="Segoe UI"/>
                <a:ea typeface="Microsoft YaHei"/>
                <a:cs typeface="Segoe UI"/>
              </a:rPr>
              <a:t>Project: qa6test_proj_20260503_204403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090" y="4025265"/>
            <a:ext cx="7698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dirty="0">
                <a:solidFill>
                  <a:srgbClr val="D6E4FF"/>
                </a:solidFill>
                <a:latin typeface="Segoe UI"/>
                <a:ea typeface="Microsoft YaHei"/>
                <a:cs typeface="Segoe UI"/>
              </a:rPr>
              <a:t>Generated in /app/projects path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