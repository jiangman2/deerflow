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开场说明本次验证目标：纯原生文档驱动链路。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给出目录与汇报范围，明确价值锚点。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进入章节：战略与架构。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结论先行，强调统一中台是规模化前提。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说明能力中台如何支撑复用与协同。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说明场景优先级和落地顺序。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说明季度路线图与迭代机制。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说明流程闭环与治理机制。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说明阶段成效与下一步推广方向。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收尾页，给出联系方式和行动建议。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