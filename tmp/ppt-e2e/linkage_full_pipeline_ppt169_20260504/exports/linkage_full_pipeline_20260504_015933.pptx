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stage linkage test page 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1143000" y="2286000"/>
            <a:ext cx="9525" cy="2286000"/>
          </a:xfrm>
          <a:custGeom>
            <a:avLst/>
            <a:gdLst/>
            <a:ahLst/>
            <a:cxnLst/>
            <a:rect l="l" t="t" r="r" b="b"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470660" y="2594610"/>
            <a:ext cx="767462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脚本联通验收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425190"/>
            <a:ext cx="64208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source_to_md -&gt; project_manager -&gt; svg_pipeline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4061460"/>
            <a:ext cx="2492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PROJECT ID: LINKAGE-2026-05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0" y="1428750"/>
            <a:ext cx="3810000" cy="3810000"/>
            <a:chOff x="7143750" y="1428750"/>
            <a:chExt cx="3810000" cy="3810000"/>
          </a:xfrm>
        </p:grpSpPr>
        <p:sp>
          <p:nvSpPr>
            <p:cNvPr id="8" name="Line 8"/>
            <p:cNvSpPr/>
            <p:nvPr/>
          </p:nvSpPr>
          <p:spPr>
            <a:xfrm>
              <a:off x="7620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143750" y="2381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3333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143750" y="4286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29665" y="62684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62197" y="62684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自动化联通测试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285750"/>
            <a:ext cx="11430000" cy="571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28575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3890" y="472440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0260" y="537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143000"/>
            <a:ext cx="5334000" cy="1238250"/>
            <a:chOff x="571500" y="1143000"/>
            <a:chExt cx="5334000" cy="1238250"/>
          </a:xfrm>
        </p:grpSpPr>
        <p:sp>
          <p:nvSpPr>
            <p:cNvPr id="8" name="Freeform 8"/>
            <p:cNvSpPr/>
            <p:nvPr/>
          </p:nvSpPr>
          <p:spPr>
            <a:xfrm>
              <a:off x="571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1540" y="1148715"/>
              <a:ext cx="74759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5450" y="1457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源转换与入库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1165" y="179165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多格式转 Markdown 并 import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286500" y="1143000"/>
            <a:ext cx="5334000" cy="1238250"/>
            <a:chOff x="6286500" y="1143000"/>
            <a:chExt cx="5334000" cy="1238250"/>
          </a:xfrm>
        </p:grpSpPr>
        <p:sp>
          <p:nvSpPr>
            <p:cNvPr id="14" name="Freeform 14"/>
            <p:cNvSpPr/>
            <p:nvPr/>
          </p:nvSpPr>
          <p:spPr>
            <a:xfrm>
              <a:off x="6286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06540" y="11487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10450" y="1457325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SVG 主链路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16165" y="1791652"/>
              <a:ext cx="22042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quality/split/finalize/export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29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2571750"/>
            <a:ext cx="5334000" cy="1238250"/>
            <a:chOff x="571500" y="2571750"/>
            <a:chExt cx="5334000" cy="1238250"/>
          </a:xfrm>
        </p:grpSpPr>
        <p:sp>
          <p:nvSpPr>
            <p:cNvPr id="20" name="Freeform 20"/>
            <p:cNvSpPr/>
            <p:nvPr/>
          </p:nvSpPr>
          <p:spPr>
            <a:xfrm>
              <a:off x="571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1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5450" y="2886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联通结论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1165" y="32204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阶段成功与依赖边界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714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286500" y="2571750"/>
            <a:ext cx="5334000" cy="1238250"/>
            <a:chOff x="6286500" y="2571750"/>
            <a:chExt cx="5334000" cy="1238250"/>
          </a:xfrm>
        </p:grpSpPr>
        <p:sp>
          <p:nvSpPr>
            <p:cNvPr id="26" name="Freeform 26"/>
            <p:cNvSpPr/>
            <p:nvPr/>
          </p:nvSpPr>
          <p:spPr>
            <a:xfrm>
              <a:off x="6286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06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429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71500" y="4000500"/>
            <a:ext cx="5334000" cy="1238250"/>
            <a:chOff x="571500" y="4000500"/>
            <a:chExt cx="5334000" cy="1238250"/>
          </a:xfrm>
        </p:grpSpPr>
        <p:sp>
          <p:nvSpPr>
            <p:cNvPr id="30" name="Freeform 30"/>
            <p:cNvSpPr/>
            <p:nvPr/>
          </p:nvSpPr>
          <p:spPr>
            <a:xfrm>
              <a:off x="571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1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4000500"/>
            <a:ext cx="5334000" cy="1238250"/>
            <a:chOff x="6286500" y="4000500"/>
            <a:chExt cx="5334000" cy="1238250"/>
          </a:xfrm>
        </p:grpSpPr>
        <p:sp>
          <p:nvSpPr>
            <p:cNvPr id="33" name="Freeform 33"/>
            <p:cNvSpPr/>
            <p:nvPr/>
          </p:nvSpPr>
          <p:spPr>
            <a:xfrm>
              <a:off x="6286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06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571500" y="571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60070" y="6379845"/>
            <a:ext cx="745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05975" y="63879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36775" y="63798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结论：源转换链路可联通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3686532" y="3410902"/>
            <a:ext cx="4818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已验证 HTML/Excel/PDF/PPT 转 Markdown，并成功入库到 sources/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/tmp/ppt-linkage fixtures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结论：后处理链路可联通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3809214" y="3410902"/>
            <a:ext cx="45735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已验证 svg_quality_checker -&gt; total_md_split -&gt; finalize_svg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5470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pipeline verification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结论：导出链路可联通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457129" y="3410902"/>
            <a:ext cx="327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svg_to_pptx -s final 导出主PPT与backup SVG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5087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export verification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52500" y="952500"/>
            <a:ext cx="10287000" cy="4953000"/>
            <a:chOff x="952500" y="952500"/>
            <a:chExt cx="10287000" cy="4953000"/>
          </a:xfrm>
        </p:grpSpPr>
        <p:sp>
          <p:nvSpPr>
            <p:cNvPr id="4" name="Line 4"/>
            <p:cNvSpPr/>
            <p:nvPr/>
          </p:nvSpPr>
          <p:spPr>
            <a:xfrm>
              <a:off x="190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190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4953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464663" y="2213610"/>
            <a:ext cx="32626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14" name="Line 14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352098" y="3441382"/>
            <a:ext cx="14878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联通验收完成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4191000"/>
            <a:ext cx="3810000" cy="952500"/>
          </a:xfrm>
          <a:custGeom>
            <a:avLst/>
            <a:gdLst/>
            <a:ahLst/>
            <a:cxnLst/>
            <a:rect l="l" t="t" r="r" b="b"/>
            <a:pathLst>
              <a:path w="3810000" h="952500">
                <a:moveTo>
                  <a:pt x="76200" y="0"/>
                </a:moveTo>
                <a:lnTo>
                  <a:pt x="3733800" y="0"/>
                </a:lnTo>
                <a:cubicBezTo>
                  <a:pt x="3775884" y="0"/>
                  <a:pt x="3810000" y="34116"/>
                  <a:pt x="3810000" y="76200"/>
                </a:cubicBezTo>
                <a:lnTo>
                  <a:pt x="3810000" y="876300"/>
                </a:lnTo>
                <a:cubicBezTo>
                  <a:pt x="3810000" y="918384"/>
                  <a:pt x="3775884" y="952500"/>
                  <a:pt x="3733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050231" y="4537710"/>
            <a:ext cx="2091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Automation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38584" y="48396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ops@example.com</a:t>
            </a:r>
          </a:p>
        </p:txBody>
      </p:sp>
      <p:sp>
        <p:nvSpPr>
          <p:cNvPr id="19" name="Line 19"/>
          <p:cNvSpPr/>
          <p:nvPr/>
        </p:nvSpPr>
        <p:spPr>
          <a:xfrm>
            <a:off x="1905000" y="6096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001101" y="6387941"/>
            <a:ext cx="21897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 · 2026 Integration Test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