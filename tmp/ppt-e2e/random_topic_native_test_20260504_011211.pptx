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本页讲解要点：围绕城市低空经济与无人机巡检体系建设进行说明。</a:t>
            </a:r>
          </a:p>
          <a:p>
            <a:r>
              <a:rPr lang="zh-CN" dirty="0"/>
              <a:t>• 建议时长：45-60秒。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2940" y="3025140"/>
            <a:ext cx="1189939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城市低空经济与无人机巡检体系建设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3895" y="3755708"/>
            <a:ext cx="780897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从试点验证到规模化运营的实施路径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5325" y="4291012"/>
            <a:ext cx="564356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汇报单位：创新业务与数字化联合小组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5325" y="4672012"/>
            <a:ext cx="18645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1660" y="202311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61660" y="297561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1660" y="3928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实施与治理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4" name="Line 4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5" name="Line 5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6" name="Line 6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179570" y="4095750"/>
            <a:ext cx="383286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46710" y="489585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一、现状痛点与建设必要性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1120140"/>
            <a:ext cx="1816738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当前生产运行、设备管理、计划调度与经营分析分散在多系统中，跨部门协同依赖人工传递。问题集中在口径不统一、状态不可视、经验难复用。...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46710" y="48958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二、建设目标与成效预期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1120140"/>
            <a:ext cx="134747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围绕时效、质量、成本、安全四维建立指标体系，实现关键流程周期下降、一次通过率提升、返工率下降。...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4" name="Line 4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5" name="Line 5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6" name="Line 6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179570" y="4095750"/>
            <a:ext cx="383286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46710" y="48958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三、总体架构设计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1120140"/>
            <a:ext cx="90582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平台采用数据底座、场景引擎、运营门户三层架构，支持扩展与复制。...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46710" y="48958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四、核心场景设计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1120140"/>
            <a:ext cx="98863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首批聚焦生产日报、工单联动、风险预警、经营简报、纪要沉淀、质量评测。...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五、技术与治理协同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1120140"/>
            <a:ext cx="98863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统一接口规范、上线验收与复盘机制，形成业务、数据、技术同频推进机制。...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4" name="Line 4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5" name="Line 5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6" name="Line 6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实施与治理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六、分阶段实施计划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1120140"/>
            <a:ext cx="96103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按试点验证、扩展复制、规模运营三阶段推进，阶段里程碑可衡量可验收。...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46710" y="48958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七、风险控制与保障机制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140" y="1120140"/>
            <a:ext cx="104384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建立数据、模型、运行、成本四类风险控制措施，确保可上线、可运营、可审计。...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12998" y="2807970"/>
            <a:ext cx="5366004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