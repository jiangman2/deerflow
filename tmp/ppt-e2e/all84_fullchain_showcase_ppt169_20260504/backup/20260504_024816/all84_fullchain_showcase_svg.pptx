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all84 task page 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all84 task page 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all84 task page 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all84 task page 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all84 task page 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all84 task page 6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all84 task page 7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sv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sv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sv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sv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svg"/>
  <Relationship Id="rId3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