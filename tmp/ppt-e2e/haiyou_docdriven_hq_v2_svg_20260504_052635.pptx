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  <Relationship Id="rId3" Type="http://schemas.openxmlformats.org/officeDocument/2006/relationships/image" Target="../media/image5.sv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  <Relationship Id="rId3" Type="http://schemas.openxmlformats.org/officeDocument/2006/relationships/image" Target="../media/image6.sv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  <Relationship Id="rId3" Type="http://schemas.openxmlformats.org/officeDocument/2006/relationships/image" Target="../media/image7.sv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  <Relationship Id="rId3" Type="http://schemas.openxmlformats.org/officeDocument/2006/relationships/image" Target="../media/image8.sv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png"/>
  <Relationship Id="rId3" Type="http://schemas.openxmlformats.org/officeDocument/2006/relationships/image" Target="../media/image9.sv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png"/>
  <Relationship Id="rId3" Type="http://schemas.openxmlformats.org/officeDocument/2006/relationships/image" Target="../media/image10.sv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