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speaker notes for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speaker notes for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speaker notes for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speaker notes for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speaker notes for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speaker notes for page 6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5EA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08660" y="116586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6-page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615" y="2105978"/>
            <a:ext cx="110756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EAF6FF"/>
                </a:solidFill>
                <a:latin typeface="Arial"/>
                <a:ea typeface="Microsoft YaHei"/>
                <a:cs typeface="Arial"/>
              </a:rPr>
              <a:t>Page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28536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 flow smoke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DA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08660" y="116586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6-page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615" y="2105978"/>
            <a:ext cx="120067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EAF6FF"/>
                </a:solidFill>
                <a:latin typeface="Arial"/>
                <a:ea typeface="Microsoft YaHei"/>
                <a:cs typeface="Arial"/>
              </a:rPr>
              <a:t>Page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28536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 flow smoke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81B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08660" y="116586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6-page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615" y="2105978"/>
            <a:ext cx="120067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EAF6FF"/>
                </a:solidFill>
                <a:latin typeface="Arial"/>
                <a:ea typeface="Microsoft YaHei"/>
                <a:cs typeface="Arial"/>
              </a:rPr>
              <a:t>Page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28536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 flow smoke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8BC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08660" y="116586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6-page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615" y="2105978"/>
            <a:ext cx="120067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EAF6FF"/>
                </a:solidFill>
                <a:latin typeface="Arial"/>
                <a:ea typeface="Microsoft YaHei"/>
                <a:cs typeface="Arial"/>
              </a:rPr>
              <a:t>Page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28536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 flow smoke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ADE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08660" y="116586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6-page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615" y="2105978"/>
            <a:ext cx="120067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EAF6FF"/>
                </a:solidFill>
                <a:latin typeface="Arial"/>
                <a:ea typeface="Microsoft YaHei"/>
                <a:cs typeface="Arial"/>
              </a:rPr>
              <a:t>Page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28536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 flow smoke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6D7E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08660" y="1165860"/>
            <a:ext cx="719156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6-page Test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9615" y="2105978"/>
            <a:ext cx="120067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dirty="0">
                <a:solidFill>
                  <a:srgbClr val="EAF6FF"/>
                </a:solidFill>
                <a:latin typeface="Arial"/>
                <a:ea typeface="Microsoft YaHei"/>
                <a:cs typeface="Arial"/>
              </a:rPr>
              <a:t>Page 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140" y="2853690"/>
            <a:ext cx="27271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 flow smoke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