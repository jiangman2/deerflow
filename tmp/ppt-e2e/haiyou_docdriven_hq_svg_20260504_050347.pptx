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汇报聚焦海上平台智能运维一体化，目标是安全优先前提下实现降本增效。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目录分为现状与目标、方案与路线、价值与保障三部分。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第一章节进入现状分析，明确业务痛点与改进目标。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痛点来自系统割裂、告警噪声和处置链路长，需通过平台化能力统一治理。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核心KPI覆盖可靠性、效率和安全闭环，形成可量化管理抓手。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第二章节进入实施方案与推进路径。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四层架构把采集、平台、应用、运营打通，形成持续演进体系。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柱状图展示关键指标改进幅度，体现阶段性成果。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折线图展示季度推进趋势，强调按里程碑稳步落地。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总结强调标准先行、样板先试、运营闭环，保障推广成功。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