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封面讲解。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章节过渡讲解。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目录讲解。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内容页讲解。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结束页讲解。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238125"/>
            <a:ext cx="1524000" cy="47625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34993" y="406718"/>
            <a:ext cx="10280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{{LOGO}}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9071" y="27851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{{TITLE}}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5542" y="3678555"/>
            <a:ext cx="20009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{{SUBTITLE}}</a:t>
            </a:r>
          </a:p>
        </p:txBody>
      </p:sp>
      <p:sp>
        <p:nvSpPr>
          <p:cNvPr id="9" name="Line 9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98124" y="4758690"/>
            <a:ext cx="2595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答辩人：{{AUTHOR}}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2038" y="51720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指导老师：{{ADVISOR}}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19760" y="5569268"/>
            <a:ext cx="15524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{{INSTITUTION}}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45290" y="6535102"/>
            <a:ext cx="7014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{{DATE}}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27745801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{{CHAPTER_NUM}}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59678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{{CHAPTER_TITLE}}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235915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{{CHAPTER_DESC}}</a:t>
            </a:r>
          </a:p>
        </p:txBody>
      </p:sp>
      <p:sp>
        <p:nvSpPr>
          <p:cNvPr id="9" name="Line 9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867168" y="6331268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{{TITLE}}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19131" y="292418"/>
            <a:ext cx="10280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{{LOGO}}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10668000" cy="4953000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9265" y="1329690"/>
            <a:ext cx="29854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{{TOC_ITEM_1_TITLE}}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1677352"/>
            <a:ext cx="1613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{{TOC_ITEM_1_DESC}}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865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3765" y="1329690"/>
            <a:ext cx="30544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{{TOC_ITEM_2_TITLE}}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165" y="1677352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{{TOC_ITEM_2_DESC}}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620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9265" y="2425065"/>
            <a:ext cx="30544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{{TOC_ITEM_3_TITLE}}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665" y="2772728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{{TOC_ITEM_3_DESC}}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63765" y="2425065"/>
            <a:ext cx="30544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{{TOC_ITEM_4_TITLE}}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4165" y="2772728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{{TOC_ITEM_4_DESC}}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29" name="TextBox 29"/>
          <p:cNvSpPr txBox="1"/>
          <p:nvPr/>
        </p:nvSpPr>
        <p:spPr>
          <a:xfrm>
            <a:off x="2363343" y="3661410"/>
            <a:ext cx="1940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{{TOC_ITEM_5_TITLE}}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31" name="TextBox 31"/>
          <p:cNvSpPr txBox="1"/>
          <p:nvPr/>
        </p:nvSpPr>
        <p:spPr>
          <a:xfrm>
            <a:off x="7887843" y="3661410"/>
            <a:ext cx="1940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{{TOC_ITEM_6_TITLE}}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64368" y="6535102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{{PAGE_NUM}}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2542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{{SECTION_NUM}} {{PAGE_TITLE}}</a:t>
            </a: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609631" y="292418"/>
            <a:ext cx="10280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{{LOGO}}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17003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{{KEY_MESSAGE}}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285875"/>
            <a:ext cx="11430000" cy="4905375"/>
          </a:xfrm>
          <a:prstGeom prst="rect">
            <a:avLst/>
          </a:prstGeom>
          <a:noFill/>
          <a:ln w="9525">
            <a:solidFill>
              <a:srgbClr val="D0D7E0"/>
            </a:solidFill>
            <a:prstDash val="lgDash"/>
          </a:ln>
        </p:spPr>
      </p:sp>
      <p:sp>
        <p:nvSpPr>
          <p:cNvPr id="13" name="TextBox 13"/>
          <p:cNvSpPr txBox="1"/>
          <p:nvPr/>
        </p:nvSpPr>
        <p:spPr>
          <a:xfrm>
            <a:off x="5292090" y="3680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{{CONTENT_AREA}}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65759" y="3982402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可用布局：单栏、双栏、图文混排、卡片网格、时间线等</a:t>
            </a:r>
          </a:p>
        </p:txBody>
      </p:sp>
      <p:sp>
        <p:nvSpPr>
          <p:cNvPr id="15" name="Line 1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9570" y="6522720"/>
            <a:ext cx="1429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数据来源：{{SOURCE}}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96354" y="6522720"/>
            <a:ext cx="1199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{{SECTION_NAME}}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64368" y="6506528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{{PAGE_NUM}}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19131" y="406718"/>
            <a:ext cx="10280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{{LOGO}}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75664" y="2404110"/>
            <a:ext cx="484067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{{THANK_YOU}}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5262" y="3282315"/>
            <a:ext cx="26614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{{ENDING_SUBTITLE}}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96530" y="4521518"/>
            <a:ext cx="17989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{{CONTACT_INFO}}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1373" y="4871085"/>
            <a:ext cx="8892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{{EMAIL}}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06009" y="5156835"/>
            <a:ext cx="13799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{{INSTITUTION}}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538264" y="6535102"/>
            <a:ext cx="11154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{{COPYRIGHT}}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64368" y="6535102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{{PAGE_NUM}}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