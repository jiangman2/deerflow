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封面讲解。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章节过渡讲解。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目录讲解。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内容页讲解。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结束页讲解。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