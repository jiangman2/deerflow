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封面。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章节。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目录。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内容。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结束。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4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