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章节。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5_img1.png"/>
  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358155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{{TITLE}}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314744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{{SUBTITLE}}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193024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{{AUTHOR}}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50304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{{DATE}}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-1236819" y="1868805"/>
            <a:ext cx="14665638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{{CHAPTER_NUM}}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33277" y="4095750"/>
            <a:ext cx="852544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{{CHAPTER_TITLE}}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69661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{{TOC_ITEM_1_TITLE}}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712715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{{TOC_ITEM_2_TITLE}}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712715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{{TOC_ITEM_3_TITLE}}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5300" y="419100"/>
            <a:ext cx="350362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{{PAGE_TITLE}}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0540" y="929640"/>
            <a:ext cx="32201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{{CONTENT_AREA_LINE}}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55328" y="2807970"/>
            <a:ext cx="9681343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{{THANK_YOU}}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